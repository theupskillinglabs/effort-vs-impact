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ffort v. Impact — full-slide artwork" descr="slide-harms-civic-participation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Effort v. Impact</dc:title>
  <dc:subject>Effort vs. Impact — Individual Presentation</dc:subject>
  <dc:creator>Mannan Javid</dc:creator>
  <cp:keywords>civic participation, personal harms, civic engagement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