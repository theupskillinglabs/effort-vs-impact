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77724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5448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33172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10896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88620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66344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44068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217920"/>
            <a:ext cx="12161520" cy="0"/>
          </a:xfrm>
          <a:prstGeom prst="line">
            <a:avLst/>
          </a:prstGeom>
          <a:noFill/>
          <a:ln w="9525">
            <a:solidFill>
              <a:srgbClr val="EDE9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 VS. IMPACT — D.C.'S HOUSING ECOSYSTEM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D.C. has the resources. It just doesn't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a system to connect residents to them.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1554480" y="2606040"/>
            <a:ext cx="502920" cy="502920"/>
          </a:xfrm>
          <a:prstGeom prst="ellipse">
            <a:avLst/>
          </a:prstGeom>
          <a:solidFill>
            <a:srgbClr val="8A6D3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5840" y="31363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39242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Aid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23360" y="2286000"/>
            <a:ext cx="502920" cy="502920"/>
          </a:xfrm>
          <a:prstGeom prst="ellipse">
            <a:avLst/>
          </a:prstGeom>
          <a:solidFill>
            <a:srgbClr val="8A6D3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0" y="28163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HPTF / NHTF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30723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0" y="3611880"/>
            <a:ext cx="502920" cy="502920"/>
          </a:xfrm>
          <a:prstGeom prst="ellipse">
            <a:avLst/>
          </a:prstGeom>
          <a:solidFill>
            <a:srgbClr val="8A6D3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194560" y="41422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439826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Access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20640" y="3429000"/>
            <a:ext cx="502920" cy="502920"/>
          </a:xfrm>
          <a:prstGeom prst="ellipse">
            <a:avLst/>
          </a:prstGeom>
          <a:solidFill>
            <a:srgbClr val="8A6D3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0" y="39593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 DC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421538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20240" y="4434840"/>
            <a:ext cx="502920" cy="502920"/>
          </a:xfrm>
          <a:prstGeom prst="ellipse">
            <a:avLst/>
          </a:prstGeom>
          <a:solidFill>
            <a:srgbClr val="8A6D3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371600" y="49651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DC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71600" y="5221224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77840" y="3703320"/>
            <a:ext cx="1188720" cy="-502920"/>
          </a:xfrm>
          <a:prstGeom prst="line">
            <a:avLst/>
          </a:prstGeom>
          <a:noFill/>
          <a:ln w="19050">
            <a:solidFill>
              <a:srgbClr val="C9C2B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961120" y="3017520"/>
            <a:ext cx="640080" cy="640080"/>
          </a:xfrm>
          <a:prstGeom prst="ellipse">
            <a:avLst/>
          </a:prstGeom>
          <a:solidFill>
            <a:srgbClr val="1F2A2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13816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3816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for the right fit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208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C2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4F1EA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5742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6D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trusted navigator — not another website — would close that gap.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2026-08-13T21:04:39Z</dcterms:created>
  <dcterms:modified xsi:type="dcterms:W3CDTF">2026-08-13T21:04:39Z</dcterms:modified>
</cp:coreProperties>
</file>